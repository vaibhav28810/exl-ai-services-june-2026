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0533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 SPECIALIST TRACK  ·  FOUNDATION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F5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103120"/>
            <a:ext cx="10789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Fine-tuning &amp;</a:t>
            </a:r>
            <a:endParaRPr lang="en-US" sz="5000" dirty="0"/>
          </a:p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Adaptation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prompting and retrieval aren't enough — change the model itself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4754880"/>
            <a:ext cx="2926080" cy="109728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8463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hrs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822960" y="5440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INSTRUCTION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14800" y="4754880"/>
            <a:ext cx="2926080" cy="109728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0" y="48463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labs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114800" y="5440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· LORA · EVALUATE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406640" y="4754880"/>
            <a:ext cx="2926080" cy="109728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06640" y="48463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LoRA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406640" y="5440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PARAMETER-EFFICIENT TUNING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" y="6217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Trainer Deck  ·  Cohort delivery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MODULE MATTERS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is the heaviest lever — and the last one you reach for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 changes the instruction. RAG changes the context. Fine-tuning changes the model's weights — baking a skill, style, or format into the model itself. It is the most powerful adaptation and the most expensive, so you reach for it only when the lighter levers fall short.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926080"/>
            <a:ext cx="269748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926080"/>
            <a:ext cx="73152" cy="3108960"/>
          </a:xfrm>
          <a:prstGeom prst="rect">
            <a:avLst/>
          </a:prstGeom>
          <a:solidFill>
            <a:srgbClr val="0E749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10896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7033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durable skill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4251960"/>
            <a:ext cx="2331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 in a behaviour the model should just *have* — a tone, a format, a domain reflex — without re-prompting every call.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19272" y="2926080"/>
            <a:ext cx="269748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19272" y="2926080"/>
            <a:ext cx="73152" cy="3108960"/>
          </a:xfrm>
          <a:prstGeom prst="rect">
            <a:avLst/>
          </a:prstGeom>
          <a:solidFill>
            <a:srgbClr val="0E749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9312" y="310896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93592" y="37033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Smaller, cheaper models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593592" y="4251960"/>
            <a:ext cx="2331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fine-tuned small model can match a prompted large one on a narrow task — at a fraction of the inference cost.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181344" y="2926080"/>
            <a:ext cx="269748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81344" y="2926080"/>
            <a:ext cx="73152" cy="3108960"/>
          </a:xfrm>
          <a:prstGeom prst="rect">
            <a:avLst/>
          </a:prstGeom>
          <a:solidFill>
            <a:srgbClr val="0E749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1384" y="310896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55664" y="37033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Shorter prompts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55664" y="4251960"/>
            <a:ext cx="2331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repeated instructions into the weights; prompts get shorter, faster, and cheaper per call.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9043416" y="2926080"/>
            <a:ext cx="269748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043416" y="2926080"/>
            <a:ext cx="73152" cy="3108960"/>
          </a:xfrm>
          <a:prstGeom prst="rect">
            <a:avLst/>
          </a:prstGeom>
          <a:solidFill>
            <a:srgbClr val="0E749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3456" y="3108960"/>
            <a:ext cx="502920" cy="5029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17736" y="37033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resort, not first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317736" y="4251960"/>
            <a:ext cx="2331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needs data, compute, and evaluation. Prompt first, add RAG for knowledge, fine-tune for a skill.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  ·  Fine-tuning &amp; Model Adaptation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ADAPTATION LADDER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Climb only as far as the problem forces you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12471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828800"/>
            <a:ext cx="128016" cy="11430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731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E74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645920" y="199339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645920" y="2432304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instruction. Cheapest, instant, no data needed.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869680" y="2194560"/>
            <a:ext cx="2651760" cy="411480"/>
          </a:xfrm>
          <a:prstGeom prst="rect">
            <a:avLst/>
          </a:prstGeom>
          <a:solidFill>
            <a:srgbClr val="0E7490">
              <a:alpha val="1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8869680" y="21945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changes: behaviour &amp; format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154680"/>
            <a:ext cx="112471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154680"/>
            <a:ext cx="128016" cy="114300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154680"/>
            <a:ext cx="731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1645920" y="331927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(F4)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645920" y="3758184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context. Inject fresh or private knowledge at query time.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869680" y="3520440"/>
            <a:ext cx="2651760" cy="411480"/>
          </a:xfrm>
          <a:prstGeom prst="rect">
            <a:avLst/>
          </a:prstGeom>
          <a:solidFill>
            <a:srgbClr val="475569">
              <a:alpha val="1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8869680" y="35204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changes: knowledge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480560"/>
            <a:ext cx="112471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4480560"/>
            <a:ext cx="128016" cy="1143000"/>
          </a:xfrm>
          <a:prstGeom prst="rect">
            <a:avLst/>
          </a:prstGeom>
          <a:solidFill>
            <a:srgbClr val="E0533D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480560"/>
            <a:ext cx="731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05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1645920" y="464515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(F5)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1645920" y="5084064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weights. Bake in a consistent skill, style, or format at scale.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869680" y="4846320"/>
            <a:ext cx="2651760" cy="411480"/>
          </a:xfrm>
          <a:prstGeom prst="rect">
            <a:avLst/>
          </a:prstGeom>
          <a:solidFill>
            <a:srgbClr val="E0533D">
              <a:alpha val="1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8869680" y="48463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5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changes: durable skill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58978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combine. A production system often prompts a fine-tuned model that also retrieves — skill in the weights, knowledge in the context.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  ·  Fine-tuning &amp; Model Adaptation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1  ·  TYPES OF FINE-TUNING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full retraining to parameter-efficient adapters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566928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45920"/>
            <a:ext cx="73152" cy="20574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965960"/>
            <a:ext cx="777240" cy="777240"/>
          </a:xfrm>
          <a:prstGeom prst="ellipse">
            <a:avLst/>
          </a:prstGeom>
          <a:solidFill>
            <a:srgbClr val="0E7490">
              <a:alpha val="12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14884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1920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fine-tuning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737360" y="242316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every weight. Most powerful, most expensive — needs serious compute and storage per model copy.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309360" y="1645920"/>
            <a:ext cx="566928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309360" y="1645920"/>
            <a:ext cx="73152" cy="20574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2" name="Shape 9"/>
          <p:cNvSpPr/>
          <p:nvPr/>
        </p:nvSpPr>
        <p:spPr>
          <a:xfrm>
            <a:off x="6629400" y="1965960"/>
            <a:ext cx="777240" cy="777240"/>
          </a:xfrm>
          <a:prstGeom prst="ellipse">
            <a:avLst/>
          </a:prstGeom>
          <a:solidFill>
            <a:srgbClr val="0E7490">
              <a:alpha val="12000"/>
            </a:srgbClr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14884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589520" y="1920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PEFT / LoRA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7589520" y="242316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the base; train tiny low-rank adapters. ~1% of the params, near-full quality. The practical default.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57200" y="3931920"/>
            <a:ext cx="566928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7200" y="3931920"/>
            <a:ext cx="73152" cy="20574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8" name="Shape 14"/>
          <p:cNvSpPr/>
          <p:nvPr/>
        </p:nvSpPr>
        <p:spPr>
          <a:xfrm>
            <a:off x="777240" y="4251960"/>
            <a:ext cx="777240" cy="777240"/>
          </a:xfrm>
          <a:prstGeom prst="ellipse">
            <a:avLst/>
          </a:prstGeom>
          <a:solidFill>
            <a:srgbClr val="0E7490">
              <a:alpha val="12000"/>
            </a:srgbClr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434840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737360" y="4206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QLoRA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1737360" y="470916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on top of a quantised (4-bit) base. Fine-tune a large model on a single consumer GPU.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309360" y="3931920"/>
            <a:ext cx="566928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309360" y="3931920"/>
            <a:ext cx="73152" cy="20574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24" name="Shape 19"/>
          <p:cNvSpPr/>
          <p:nvPr/>
        </p:nvSpPr>
        <p:spPr>
          <a:xfrm>
            <a:off x="6629400" y="4251960"/>
            <a:ext cx="777240" cy="777240"/>
          </a:xfrm>
          <a:prstGeom prst="ellipse">
            <a:avLst/>
          </a:prstGeom>
          <a:solidFill>
            <a:srgbClr val="0E7490">
              <a:alpha val="12000"/>
            </a:srgbClr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4434840"/>
            <a:ext cx="411480" cy="4114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589520" y="4206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&amp; preference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7589520" y="470916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 teaches it to follow instructions; DPO/RLHF align it to preferred responses. Different data, same loop.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  ·  Fine-tuning &amp; Model Adaptation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2  ·  LORA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low-rank idea that makes fine-tuning affordable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updating the giant weight matrix W, freeze it and learn a small low-rank update ΔW = A × B. With rank r far smaller than the dimensions, A and B hold a tiny fraction of the parameters — yet capture the task. This is Lab 2.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2468880" cy="201168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429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(frozen)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376732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× d — millions of params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3749040" y="3017520"/>
            <a:ext cx="1371600" cy="146304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0" name="Text 8"/>
          <p:cNvSpPr/>
          <p:nvPr/>
        </p:nvSpPr>
        <p:spPr>
          <a:xfrm>
            <a:off x="3749040" y="3429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749040" y="376732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× 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166360" y="35204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577840" y="3383280"/>
            <a:ext cx="1463040" cy="73152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4" name="Text 12"/>
          <p:cNvSpPr/>
          <p:nvPr/>
        </p:nvSpPr>
        <p:spPr>
          <a:xfrm>
            <a:off x="5577840" y="3429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577840" y="376732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× 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17804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7772400" y="2743200"/>
            <a:ext cx="3657600" cy="2011680"/>
          </a:xfrm>
          <a:prstGeom prst="rect">
            <a:avLst/>
          </a:prstGeom>
          <a:solidFill>
            <a:srgbClr val="E0533D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0" y="3429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Adapted W + ΔW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772400" y="37673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A, B are trained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749040" y="4617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ΔW = A × B  (rank r ≪ d)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5212080"/>
            <a:ext cx="11247120" cy="868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53035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Lab 2 you train both a full ΔW and a LoRA A×B on the same task. LoRA reaches comparable accuracy while training ~10× fewer parameters — and B starts at zero, so the adapter begins as a no-op and only adds what it learns.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  ·  Fine-tuning &amp; Model Adaptation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3  ·  DATA PREPARATION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is the product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fine-tunes succeed or fail on data, not hyperparameters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2057400"/>
            <a:ext cx="5669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your classes — skew teaches the model to over-predict the majority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Deduplicate and clean — leakage between train and eval inflates your metric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consistently — contradictory labels cap achievable quality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stratified — every class represented in validation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as chat-JSONL — the contract trainers expect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1600200"/>
            <a:ext cx="5394960" cy="42062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0" y="17373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05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chat-JSONL — one example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83680" y="2148840"/>
            <a:ext cx="51206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"messages": [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{"role": "system",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"content": "Route the ticket."},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{"role": "user",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"content": "I was charged twice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on my bill"},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{"role": "assistant",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"content": "billing_dispute"}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  ·  Fine-tuning &amp; Model Adaptation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4  ·  THE TRAINING 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happens when you fine-tune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2606040" cy="1737360"/>
          </a:xfrm>
          <a:prstGeom prst="rect">
            <a:avLst/>
          </a:prstGeom>
          <a:solidFill>
            <a:srgbClr val="FFFFFF"/>
          </a:solidFill>
          <a:ln w="13970">
            <a:solidFill>
              <a:srgbClr val="0E749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920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Forward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batch through the model; produce logits and a loss vs the labels.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063240" y="228600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19272" y="1783080"/>
            <a:ext cx="2606040" cy="1737360"/>
          </a:xfrm>
          <a:prstGeom prst="rect">
            <a:avLst/>
          </a:prstGeom>
          <a:solidFill>
            <a:srgbClr val="FFFFFF"/>
          </a:solidFill>
          <a:ln w="13970">
            <a:solidFill>
              <a:srgbClr val="0E749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02152" y="1920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Backward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02152" y="23774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 the loss to gradients for the trainable weights (the adapter).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25312" y="228600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181344" y="1783080"/>
            <a:ext cx="2606040" cy="1737360"/>
          </a:xfrm>
          <a:prstGeom prst="rect">
            <a:avLst/>
          </a:prstGeom>
          <a:solidFill>
            <a:srgbClr val="FFFFFF"/>
          </a:solidFill>
          <a:ln w="13970">
            <a:solidFill>
              <a:srgbClr val="0E749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64224" y="1920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Update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64224" y="23774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the weights down the gradient by the learning rate.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787384" y="228600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043416" y="1783080"/>
            <a:ext cx="2606040" cy="1737360"/>
          </a:xfrm>
          <a:prstGeom prst="rect">
            <a:avLst/>
          </a:prstGeom>
          <a:solidFill>
            <a:srgbClr val="FFFFFF"/>
          </a:solidFill>
          <a:ln w="13970">
            <a:solidFill>
              <a:srgbClr val="0E749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26296" y="1920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Repeat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226296" y="23774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epochs, watch the loss fall — and watch validation for overfitting.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4023360"/>
            <a:ext cx="11247120" cy="19202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160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5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knobs that matter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4572000"/>
            <a:ext cx="10789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 — too high and loss explodes; too low and it crawls. The single most important knob.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 — too few underfits; too many overfits. Use validation loss to find the sweet spot.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r (LoRA) — capacity of the adapter; small r regularises and saves parameters.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  ·  Fine-tuning &amp; Model Adaptation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5  ·  EVALUATION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it works — and catch it overfitting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365760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828800"/>
            <a:ext cx="3657600" cy="109728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148840"/>
            <a:ext cx="777240" cy="777240"/>
          </a:xfrm>
          <a:prstGeom prst="ellipse">
            <a:avLst/>
          </a:prstGeom>
          <a:solidFill>
            <a:srgbClr val="0E7490">
              <a:alpha val="12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33172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0175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out a validation set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31520" y="370332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evaluate on training data. A stratified held-out set is the only credible measure of generalisation.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297680" y="1828800"/>
            <a:ext cx="365760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97680" y="1828800"/>
            <a:ext cx="3657600" cy="109728"/>
          </a:xfrm>
          <a:prstGeom prst="rect">
            <a:avLst/>
          </a:prstGeom>
          <a:solidFill>
            <a:srgbClr val="E0533D"/>
          </a:solidFill>
          <a:ln/>
        </p:spPr>
      </p:sp>
      <p:sp>
        <p:nvSpPr>
          <p:cNvPr id="12" name="Shape 9"/>
          <p:cNvSpPr/>
          <p:nvPr/>
        </p:nvSpPr>
        <p:spPr>
          <a:xfrm>
            <a:off x="4572000" y="2148840"/>
            <a:ext cx="777240" cy="777240"/>
          </a:xfrm>
          <a:prstGeom prst="ellipse">
            <a:avLst/>
          </a:prstGeom>
          <a:solidFill>
            <a:srgbClr val="E0533D">
              <a:alpha val="12000"/>
            </a:srgbClr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33172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72000" y="30175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train vs validation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572000" y="370332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loss falling while validation loss rises is the overfitting signature. Stop at the validation minimum.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138160" y="1828800"/>
            <a:ext cx="365760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138160" y="1828800"/>
            <a:ext cx="3657600" cy="109728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8" name="Shape 14"/>
          <p:cNvSpPr/>
          <p:nvPr/>
        </p:nvSpPr>
        <p:spPr>
          <a:xfrm>
            <a:off x="8412480" y="2148840"/>
            <a:ext cx="777240" cy="777240"/>
          </a:xfrm>
          <a:prstGeom prst="ellipse">
            <a:avLst/>
          </a:prstGeom>
          <a:solidFill>
            <a:srgbClr val="475569">
              <a:alpha val="12000"/>
            </a:srgbClr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2331720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12480" y="30175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to a base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412480" y="370332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accuracy only means something next to the un-adapted base and the chance baseline.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457200" y="5120640"/>
            <a:ext cx="11247120" cy="868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Text 18"/>
          <p:cNvSpPr/>
          <p:nvPr/>
        </p:nvSpPr>
        <p:spPr>
          <a:xfrm>
            <a:off x="640080" y="52120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 shows all three: base ≈ chance vs fine-tuned far above it, and a train-vs-validation curve where validation turns up — the cue for early stopping.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  ·  Fine-tuning &amp; Model Adaptation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vs RAG vs fine-tune — what each changes and costs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468880"/>
                <a:gridCol w="1737360"/>
                <a:gridCol w="4297680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engineering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instruction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Behaviour &amp; format you can describe in words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(F4)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context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Low–medium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Fresh or private knowledge the model lacks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Fine-tuning (F5)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model weights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consistent skill / style / format at scale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E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5212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5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55778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first. Add RAG when the gap is knowledge. Fine-tune when the gap is a durable skill the model should simply have — and remember the three combine.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  ·  Fine-tuning &amp; Model Adaptation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05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·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labs, end-to-end, in the next ~65 minutes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3657600" cy="4434840"/>
          </a:xfrm>
          <a:prstGeom prst="rect">
            <a:avLst/>
          </a:prstGeom>
          <a:solidFill>
            <a:srgbClr val="27374D"/>
          </a:solidFill>
          <a:ln w="15240">
            <a:solidFill>
              <a:srgbClr val="0E74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783080"/>
            <a:ext cx="3657600" cy="7315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6596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E74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2468880" y="2377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MIN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the data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3611880"/>
            <a:ext cx="548640" cy="0"/>
          </a:xfrm>
          <a:prstGeom prst="line">
            <a:avLst/>
          </a:prstGeom>
          <a:noFill/>
          <a:ln w="19050">
            <a:solidFill>
              <a:srgbClr val="0E74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794760"/>
            <a:ext cx="324612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D6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Synthesise a labelled intent set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D6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balance &amp; dedupe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D6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as chat-JSONL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D6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train/val split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97680" y="1783080"/>
            <a:ext cx="3657600" cy="4434840"/>
          </a:xfrm>
          <a:prstGeom prst="rect">
            <a:avLst/>
          </a:prstGeom>
          <a:solidFill>
            <a:srgbClr val="27374D"/>
          </a:solidFill>
          <a:ln w="15240">
            <a:solidFill>
              <a:srgbClr val="E05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0" y="1783080"/>
            <a:ext cx="3657600" cy="73152"/>
          </a:xfrm>
          <a:prstGeom prst="rect">
            <a:avLst/>
          </a:prstGeom>
          <a:solidFill>
            <a:srgbClr val="E0533D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196596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05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6309360" y="2377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E05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MIN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0" y="30175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Fine-tune: full vs LoRA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572000" y="3611880"/>
            <a:ext cx="548640" cy="0"/>
          </a:xfrm>
          <a:prstGeom prst="line">
            <a:avLst/>
          </a:prstGeom>
          <a:noFill/>
          <a:ln w="19050">
            <a:solidFill>
              <a:srgbClr val="E053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3794760"/>
            <a:ext cx="324612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D6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a base representation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D6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full adapter (gradient descent)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D6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LoRA A×B adapter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D6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params: ~10x fewer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38160" y="1783080"/>
            <a:ext cx="3657600" cy="4434840"/>
          </a:xfrm>
          <a:prstGeom prst="rect">
            <a:avLst/>
          </a:prstGeom>
          <a:solidFill>
            <a:srgbClr val="27374D"/>
          </a:solidFill>
          <a:ln w="15240">
            <a:solidFill>
              <a:srgbClr val="C282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38160" y="1783080"/>
            <a:ext cx="3657600" cy="73152"/>
          </a:xfrm>
          <a:prstGeom prst="rect">
            <a:avLst/>
          </a:prstGeom>
          <a:solidFill>
            <a:srgbClr val="C2820B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0" y="196596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C282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5600" dirty="0"/>
          </a:p>
        </p:txBody>
      </p:sp>
      <p:sp>
        <p:nvSpPr>
          <p:cNvPr id="21" name="Text 19"/>
          <p:cNvSpPr/>
          <p:nvPr/>
        </p:nvSpPr>
        <p:spPr>
          <a:xfrm>
            <a:off x="10149840" y="2377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C282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MIN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412480" y="30175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&amp; decide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412480" y="3611880"/>
            <a:ext cx="548640" cy="0"/>
          </a:xfrm>
          <a:prstGeom prst="line">
            <a:avLst/>
          </a:prstGeom>
          <a:noFill/>
          <a:ln w="19050">
            <a:solidFill>
              <a:srgbClr val="C282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0" y="3794760"/>
            <a:ext cx="324612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D6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vs fine-tuned accuracy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D6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&amp; early stopping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D6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vs RAG vs fine-tune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D6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decision table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355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6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Notebook: F5_HandsOn_Lab_Notebook.ipynb  ·  pure NumPy, runs offline &amp; deterministically — no GPU, no model downloads, real LoRA mechanics.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CHEAT SHEET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labs at a glance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365760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 · Data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32918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examples × 5 intents = 110, balanced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balance + dedupe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chat-JSONL message format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80 / 30 split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54864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fine-tunes fail on data, not knobs.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51960" y="1691640"/>
            <a:ext cx="365760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53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34840" y="18288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5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 · Fine-tune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434840" y="2331720"/>
            <a:ext cx="32918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base → trainable ΔW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Full: 17,029 params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r=4: 1,669 params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≈10× fewer, same accuracy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starts at 0 → adapter is a no-op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34840" y="54864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= train a low-rank A×B, not all of W.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1691640"/>
            <a:ext cx="365760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282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18288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82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 · Evaluate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229600" y="2331720"/>
            <a:ext cx="32918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0.23 → fine-tuned 1.00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(chance = 0.20)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Train-vs-val overfitting curve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 at val minimum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prompt/RAG/fine-tune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0" y="54864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it on held-out data, or it didn't happen.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  ·  Fine-tuning &amp; Model Adaptation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remember 6 things from F5, make it these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36576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965960"/>
            <a:ext cx="640080" cy="640080"/>
          </a:xfrm>
          <a:prstGeom prst="ellipse">
            <a:avLst/>
          </a:prstGeom>
          <a:solidFill>
            <a:srgbClr val="0E7490">
              <a:alpha val="12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031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9202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is the last lever.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463040" y="265176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for behaviour, RAG for knowledge, fine-tune for a durable skill. Most problems stop before weights.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97680" y="1691640"/>
            <a:ext cx="36576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26280" y="1965960"/>
            <a:ext cx="640080" cy="640080"/>
          </a:xfrm>
          <a:prstGeom prst="ellipse">
            <a:avLst/>
          </a:prstGeom>
          <a:solidFill>
            <a:srgbClr val="0E7490">
              <a:alpha val="12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10312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03520" y="19202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is the product.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303520" y="265176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Balance, dedup, consistent labels, stratified split, correct format. Data quality beats any knob.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38160" y="1691640"/>
            <a:ext cx="36576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66760" y="1965960"/>
            <a:ext cx="640080" cy="640080"/>
          </a:xfrm>
          <a:prstGeom prst="ellipse">
            <a:avLst/>
          </a:prstGeom>
          <a:solidFill>
            <a:srgbClr val="0E7490">
              <a:alpha val="12000"/>
            </a:srgbClr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210312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44000" y="19202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is the practical default.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9144000" y="265176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the base, train a low-rank A×B. ~1% of the params at real scale, near-full quality.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57200" y="3931920"/>
            <a:ext cx="36576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85800" y="4206240"/>
            <a:ext cx="640080" cy="640080"/>
          </a:xfrm>
          <a:prstGeom prst="ellipse">
            <a:avLst/>
          </a:prstGeom>
          <a:solidFill>
            <a:srgbClr val="0E7490">
              <a:alpha val="12000"/>
            </a:srgbClr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34340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3040" y="416052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validation, not train.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1463040" y="48920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loss always falls. Validation turning up is overfitting — stop at its minimum.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297680" y="3931920"/>
            <a:ext cx="36576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26280" y="4206240"/>
            <a:ext cx="640080" cy="640080"/>
          </a:xfrm>
          <a:prstGeom prst="ellipse">
            <a:avLst/>
          </a:prstGeom>
          <a:solidFill>
            <a:srgbClr val="0E7490">
              <a:alpha val="12000"/>
            </a:srgbClr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434340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03520" y="416052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it against a base.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303520" y="48920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accuracy vs the un-adapted base and chance is the only credible claim.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138160" y="3931920"/>
            <a:ext cx="36576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66760" y="4206240"/>
            <a:ext cx="640080" cy="640080"/>
          </a:xfrm>
          <a:prstGeom prst="ellipse">
            <a:avLst/>
          </a:prstGeom>
          <a:solidFill>
            <a:srgbClr val="0E7490">
              <a:alpha val="12000"/>
            </a:srgbClr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0" y="4343400"/>
            <a:ext cx="365760" cy="3657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144000" y="416052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the three.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9144000" y="48920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skill + retrieved knowledge + a good prompt is the strongest production pattern.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  ·  Fine-tuning &amp; Model Adaptation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0533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F5 closed.</a:t>
            </a:r>
            <a:endParaRPr lang="en-US" sz="3300" dirty="0"/>
          </a:p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can adapt the model itself now.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822960" y="2926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leave: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3291840"/>
            <a:ext cx="5486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your lab notebook to your training git folder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Skim the F5 Study Library for PEFT &amp; DPO deep-dives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one 'should we fine-tune?' case to the F8 assessment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0" y="2926080"/>
            <a:ext cx="4846320" cy="292608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0" y="3063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040880" y="33832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F6 · Evaluation, Telemetry &amp; Observability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040880" y="420624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measure everything in F1–F5 once it's in production — evals, tracing, drift, and cost at scale.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· Bring them now.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F5 — Fine-tuning &amp; Model Adaptation</dc:title>
  <dc:subject>PptxGenJS Presentation</dc:subject>
  <dc:creator>AI Engineering Specialist Track</dc:creator>
  <cp:lastModifiedBy>AI Engineering Specialist Track</cp:lastModifiedBy>
  <cp:revision>1</cp:revision>
  <dcterms:created xsi:type="dcterms:W3CDTF">2026-06-13T14:23:27Z</dcterms:created>
  <dcterms:modified xsi:type="dcterms:W3CDTF">2026-06-13T14:23:27Z</dcterms:modified>
</cp:coreProperties>
</file>