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2820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2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SPECIALIST TRACK  ·  FOUNDATION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F4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Retrieval-Augmented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Generation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0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LLMs in your own knowledge — chunk, embed, retrieve, cite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292608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46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hrs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2960" y="5440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2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INSTRUCTION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0" y="4754880"/>
            <a:ext cx="292608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4846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labs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114800" y="5440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2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· RETRIEVE · GROUND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06640" y="4754880"/>
            <a:ext cx="292608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4846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RAGAS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406640" y="5440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2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&amp; HIT@K EVALS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6217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Trainer Deck  ·  Cohort delivery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1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MODULE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only knows its training data. RAG lets it answer from yours.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F3 your triage graph routed hard tickets to a 'RAG' node. This module is that node. RAG retrieves relevant text from your knowledge base and feeds it to the model, so answers are grounded in current, private, citable sources — not the model's frozen, fuzzy memory.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E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926080"/>
            <a:ext cx="73152" cy="3108960"/>
          </a:xfrm>
          <a:prstGeom prst="rect">
            <a:avLst/>
          </a:prstGeom>
          <a:solidFill>
            <a:srgbClr val="A21D5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1089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hallucination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429768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come from retrieved sources, not invented from memory. Grounded, not guessed.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19272" y="292608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E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19272" y="2926080"/>
            <a:ext cx="73152" cy="3108960"/>
          </a:xfrm>
          <a:prstGeom prst="rect">
            <a:avLst/>
          </a:prstGeom>
          <a:solidFill>
            <a:srgbClr val="A21D5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310896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93592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your data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93592" y="429768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docs, current policies, internal KБ — no retraining needed to add knowledge.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81344" y="292608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E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81344" y="2926080"/>
            <a:ext cx="73152" cy="3108960"/>
          </a:xfrm>
          <a:prstGeom prst="rect">
            <a:avLst/>
          </a:prstGeom>
          <a:solidFill>
            <a:srgbClr val="A21D5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310896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55664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Citable &amp; auditable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55664" y="429768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points to its source. Essential anywhere accuracy is checkable or regulated.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43416" y="292608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E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043416" y="2926080"/>
            <a:ext cx="73152" cy="3108960"/>
          </a:xfrm>
          <a:prstGeom prst="rect">
            <a:avLst/>
          </a:prstGeom>
          <a:solidFill>
            <a:srgbClr val="A21D5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56" y="310896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17736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than fine-tuning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317736" y="429768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knowledge by updating documents, not by retraining a model. Faster, far cheaper.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 ·  Retrieval-Augmented Generation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1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SPEND THE NEXT 2 HOURS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first · 3 labs · wrap &amp; questions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EDD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109728" cy="731520"/>
          </a:xfrm>
          <a:prstGeom prst="rect">
            <a:avLst/>
          </a:prstGeom>
          <a:solidFill>
            <a:srgbClr val="A21D5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 – 0:50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691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1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1691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 · the pipeline · chunking · embeddings · vector stores · retrieval · grounding &amp; eval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112471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EDD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560320"/>
            <a:ext cx="109728" cy="731520"/>
          </a:xfrm>
          <a:prstGeom prst="rect">
            <a:avLst/>
          </a:prstGeom>
          <a:solidFill>
            <a:srgbClr val="C282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60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0:50 – 1:15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2560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0" y="2560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the knowledge base, embed the chunks, inspect the vector space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112471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EDD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429000"/>
            <a:ext cx="109728" cy="731520"/>
          </a:xfrm>
          <a:prstGeom prst="rect">
            <a:avLst/>
          </a:prstGeom>
          <a:solidFill>
            <a:srgbClr val="C2820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290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1:15 – 1:40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86000" y="34290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34290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vector store, measure hit@k, tune the chunking strategy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112471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EDD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297680"/>
            <a:ext cx="109728" cy="731520"/>
          </a:xfrm>
          <a:prstGeom prst="rect">
            <a:avLst/>
          </a:prstGeom>
          <a:solidFill>
            <a:srgbClr val="C2820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97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1:40 – 1:55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86000" y="4297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0" y="42976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RAG: retrieve → ground → cite; measure faithfulness vs a no-context baseline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166360"/>
            <a:ext cx="112471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EDD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166360"/>
            <a:ext cx="109728" cy="7315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166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1:55 – 2:00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286000" y="5166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&amp; Q&amp;A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40480" y="5166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· F5 (Fine-tuning &amp; model adaptation) preview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 ·  Retrieval-Augmented Generation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1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  ·  THE RAG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 — the spine of the whole module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— DONE ONCE, AHEAD OF TIME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286000" cy="8229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34640" y="192024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37560" y="1920240"/>
            <a:ext cx="2286000" cy="822960"/>
          </a:xfrm>
          <a:prstGeom prst="rect">
            <a:avLst/>
          </a:prstGeom>
          <a:solidFill>
            <a:srgbClr val="A21D52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920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23560" y="192024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26480" y="1920240"/>
            <a:ext cx="2286000" cy="822960"/>
          </a:xfrm>
          <a:prstGeom prst="rect">
            <a:avLst/>
          </a:prstGeom>
          <a:solidFill>
            <a:srgbClr val="A21D52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920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192024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915400" y="1920240"/>
            <a:ext cx="2286000" cy="822960"/>
          </a:xfrm>
          <a:prstGeom prst="rect">
            <a:avLst/>
          </a:prstGeom>
          <a:solidFill>
            <a:srgbClr val="5C1A33"/>
          </a:solidFill>
          <a:ln/>
        </p:spPr>
      </p:sp>
      <p:sp>
        <p:nvSpPr>
          <p:cNvPr id="15" name="Text 13"/>
          <p:cNvSpPr/>
          <p:nvPr/>
        </p:nvSpPr>
        <p:spPr>
          <a:xfrm>
            <a:off x="8915400" y="1920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+ GENERATION (per query)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2286000" cy="9144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34640" y="35661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337560" y="3566160"/>
            <a:ext cx="2286000" cy="914400"/>
          </a:xfrm>
          <a:prstGeom prst="rect">
            <a:avLst/>
          </a:prstGeom>
          <a:solidFill>
            <a:srgbClr val="A21D52"/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23560" y="35661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126480" y="3566160"/>
            <a:ext cx="2286000" cy="914400"/>
          </a:xfrm>
          <a:prstGeom prst="rect">
            <a:avLst/>
          </a:prstGeom>
          <a:solidFill>
            <a:srgbClr val="A21D52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12480" y="35661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8915400" y="3566160"/>
            <a:ext cx="2286000" cy="914400"/>
          </a:xfrm>
          <a:prstGeom prst="rect">
            <a:avLst/>
          </a:prstGeom>
          <a:solidFill>
            <a:srgbClr val="C2820B"/>
          </a:solidFill>
          <a:ln/>
        </p:spPr>
      </p:sp>
      <p:sp>
        <p:nvSpPr>
          <p:cNvPr id="27" name="Text 25"/>
          <p:cNvSpPr/>
          <p:nvPr/>
        </p:nvSpPr>
        <p:spPr>
          <a:xfrm>
            <a:off x="891540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cite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269480" y="2743200"/>
            <a:ext cx="0" cy="822960"/>
          </a:xfrm>
          <a:prstGeom prst="line">
            <a:avLst/>
          </a:prstGeom>
          <a:noFill/>
          <a:ln w="19050">
            <a:solidFill>
              <a:srgbClr val="6B5560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7498080" y="2971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vector store is queried at retrieval time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892040"/>
            <a:ext cx="11247120" cy="1051560"/>
          </a:xfrm>
          <a:prstGeom prst="rect">
            <a:avLst/>
          </a:prstGeom>
          <a:solidFill>
            <a:srgbClr val="5C1A33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029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1–3 build this left to right: Lab 1 chunks + embeds, Lab 2 is the vector store + retrieval, Lab 3 is augment + generate + cite. Retrieval quality caps everything downstream — a wrong chunk means a wrong (or hallucinated) answer.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 ·  Retrieval-Augmented Generation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1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2  ·  CHUNKING &amp; EMBEDDINGS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documents into searchable vectors (Lab 1)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6692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A21D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21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53949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documents into retrievable pieces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small → loses context; too large → imprecise &amp; costly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rescues sentences that straddle a boundary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 is a TUNABLE knob — Lab 2 measures it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tool: RecursiveCharacterTextSplitter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4864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830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3317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text → a vector; similar meaning → nearby vectors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= find the nearest vectors to the query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L2-normalise so cosine similarity is a dot product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models capture MEANING, not just word overlap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models: BGE, OpenAI text-embedding-3, Cohere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 ·  Retrieval-Augmented Generation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1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  ·  VECTOR STORES &amp; RETRIEVAL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vectors, search by similarity (Lab 2)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21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store is two methods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add(records) — embed and store chunks + metadata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search(query, k) — embed query, return top-k by cosine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(FAISS, Chroma, pgvector) is that interface + scale, persistence, and metadata filtering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retrieval: hit@k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3434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queries whose correct source appears in the top-k results. If the right chunk isn't retrieved, no prompt can save the answer — fix retrieval first.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0" y="1691640"/>
            <a:ext cx="5394960" cy="4434840"/>
          </a:xfrm>
          <a:prstGeom prst="rect">
            <a:avLst/>
          </a:prstGeom>
          <a:solidFill>
            <a:srgbClr val="5C1A33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282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store is add + search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219456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 = VectorStore(embedder)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store.add(chunks)        # FAISS/Chroma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hits = store.search(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'how do I reset my password', k=3)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top-3 chunks by cosine similarity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tune chunk size, re-measure: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20w -&gt; hit@3 0.75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80w -&gt; hit@3 0.875  &lt;- winner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measure, don't guess.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 ·  Retrieval-Augmented Generation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1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4  ·  GROUNDING &amp;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sources, then prove it (Lab 3)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6692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E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73152" cy="2057400"/>
          </a:xfrm>
          <a:prstGeom prst="rect">
            <a:avLst/>
          </a:prstGeom>
          <a:solidFill>
            <a:srgbClr val="A21D5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65960"/>
            <a:ext cx="777240" cy="777240"/>
          </a:xfrm>
          <a:prstGeom prst="ellipse">
            <a:avLst/>
          </a:prstGeom>
          <a:solidFill>
            <a:srgbClr val="A21D52">
              <a:alpha val="12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488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the prompt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37360" y="24231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the retrieved chunks into the prompt: 'Answer using only the context below.' The model is now constrained to your sources.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09360" y="1645920"/>
            <a:ext cx="56692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E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9360" y="1645920"/>
            <a:ext cx="73152" cy="2057400"/>
          </a:xfrm>
          <a:prstGeom prst="rect">
            <a:avLst/>
          </a:prstGeom>
          <a:solidFill>
            <a:srgbClr val="A21D52"/>
          </a:solidFill>
          <a:ln/>
        </p:spPr>
      </p:sp>
      <p:sp>
        <p:nvSpPr>
          <p:cNvPr id="12" name="Shape 9"/>
          <p:cNvSpPr/>
          <p:nvPr/>
        </p:nvSpPr>
        <p:spPr>
          <a:xfrm>
            <a:off x="6629400" y="1965960"/>
            <a:ext cx="777240" cy="777240"/>
          </a:xfrm>
          <a:prstGeom prst="ellipse">
            <a:avLst/>
          </a:prstGeom>
          <a:solidFill>
            <a:srgbClr val="A21D52">
              <a:alpha val="12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1488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952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the source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589520" y="24231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points to the chunk it came from. An answer without a citation is a liability in any checkable domain.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931920"/>
            <a:ext cx="56692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E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931920"/>
            <a:ext cx="73152" cy="2057400"/>
          </a:xfrm>
          <a:prstGeom prst="rect">
            <a:avLst/>
          </a:prstGeom>
          <a:solidFill>
            <a:srgbClr val="A21D52"/>
          </a:solidFill>
          <a:ln/>
        </p:spPr>
      </p:sp>
      <p:sp>
        <p:nvSpPr>
          <p:cNvPr id="18" name="Shape 14"/>
          <p:cNvSpPr/>
          <p:nvPr/>
        </p:nvSpPr>
        <p:spPr>
          <a:xfrm>
            <a:off x="777240" y="4251960"/>
            <a:ext cx="777240" cy="777240"/>
          </a:xfrm>
          <a:prstGeom prst="ellipse">
            <a:avLst/>
          </a:prstGeom>
          <a:solidFill>
            <a:srgbClr val="A21D52">
              <a:alpha val="12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3484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faithfulness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737360" y="47091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Groundedness: is the answer actually supported by the retrieved context? A no-context baseline scores near zero.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309360" y="3931920"/>
            <a:ext cx="56692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E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309360" y="3931920"/>
            <a:ext cx="73152" cy="2057400"/>
          </a:xfrm>
          <a:prstGeom prst="rect">
            <a:avLst/>
          </a:prstGeom>
          <a:solidFill>
            <a:srgbClr val="A21D52"/>
          </a:solidFill>
          <a:ln/>
        </p:spPr>
      </p:sp>
      <p:sp>
        <p:nvSpPr>
          <p:cNvPr id="24" name="Shape 19"/>
          <p:cNvSpPr/>
          <p:nvPr/>
        </p:nvSpPr>
        <p:spPr>
          <a:xfrm>
            <a:off x="6629400" y="4251960"/>
            <a:ext cx="777240" cy="777240"/>
          </a:xfrm>
          <a:prstGeom prst="ellipse">
            <a:avLst/>
          </a:prstGeom>
          <a:solidFill>
            <a:srgbClr val="A21D52">
              <a:alpha val="12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43484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8952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system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589520" y="47091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(hit@k, MRR) + generation (faithfulness, relevance). Tools: RAGAS, LangSmith evals.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 ·  Retrieval-Augmented Generation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1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5  ·  WHEN TO REACH FOR RAG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vs long context vs fine-tuning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6576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E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3657600" cy="109728"/>
          </a:xfrm>
          <a:prstGeom prst="rect">
            <a:avLst/>
          </a:prstGeom>
          <a:solidFill>
            <a:srgbClr val="A21D5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RAG when…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3200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changes often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citations / audit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corpus is large or private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retrain on every update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6576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E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645920"/>
            <a:ext cx="3657600" cy="10972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long context when…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26280" y="2423160"/>
            <a:ext cx="3200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source fits in the window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one-off, small document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a persistent store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beats retrieval cost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6576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E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645920"/>
            <a:ext cx="3657600" cy="109728"/>
          </a:xfrm>
          <a:prstGeom prst="rect">
            <a:avLst/>
          </a:prstGeom>
          <a:solidFill>
            <a:srgbClr val="C2820B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fine-tuning when…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66760" y="2423160"/>
            <a:ext cx="3200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 behaviour / style, not facts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format is fixed &amp; repeated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must be minimal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F5 — next module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21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combine: fine-tune for behaviour, RAG for knowledge, long context for the occasional big document. They are not mutually exclusive.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 ·  Retrieval-Augmented Generation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1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RAG THAT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modes — and the habits that prevent them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6692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EDD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920240"/>
            <a:ext cx="658368" cy="658368"/>
          </a:xfrm>
          <a:prstGeom prst="ellipse">
            <a:avLst/>
          </a:prstGeom>
          <a:solidFill>
            <a:srgbClr val="A21D52">
              <a:alpha val="1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06654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83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misses → fix it first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216712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hit@k is low, the generator has nothing true to say. Tune chunking, embeddings, and k before touching the prompt.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6692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EDD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1920240"/>
            <a:ext cx="658368" cy="658368"/>
          </a:xfrm>
          <a:prstGeom prst="ellipse">
            <a:avLst/>
          </a:prstGeom>
          <a:solidFill>
            <a:srgbClr val="A21D52">
              <a:alpha val="12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6" y="2066544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783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chunking → measure it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360920" y="216712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 trades context vs precision. Evaluate on a labelled query set; don't pick a number by feel.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108960"/>
            <a:ext cx="56692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EDD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" y="3429000"/>
            <a:ext cx="658368" cy="658368"/>
          </a:xfrm>
          <a:prstGeom prst="ellipse">
            <a:avLst/>
          </a:prstGeom>
          <a:solidFill>
            <a:srgbClr val="A21D52">
              <a:alpha val="12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575304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2918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citation → no trust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08760" y="367588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return the source. Unsourced answers can't be verified and can't be defended.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309360" y="3108960"/>
            <a:ext cx="56692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EDD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5392" y="3429000"/>
            <a:ext cx="658368" cy="658368"/>
          </a:xfrm>
          <a:prstGeom prst="ellipse">
            <a:avLst/>
          </a:prstGeom>
          <a:solidFill>
            <a:srgbClr val="A21D52">
              <a:alpha val="12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696" y="3575304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32918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index → stale answers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360920" y="367588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is only as fresh as its index. Re-embed when documents change; track index freshness.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" y="4617720"/>
            <a:ext cx="56692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EDD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13232" y="4937760"/>
            <a:ext cx="658368" cy="658368"/>
          </a:xfrm>
          <a:prstGeom prst="ellipse">
            <a:avLst/>
          </a:prstGeom>
          <a:solidFill>
            <a:srgbClr val="A21D52">
              <a:alpha val="12000"/>
            </a:srgbClr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5084064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48006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eval → flying blind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508760" y="518464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retrieval + faithfulness metrics from day one. 'It looks right' is not a quality bar.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309360" y="4617720"/>
            <a:ext cx="56692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EDD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65392" y="4937760"/>
            <a:ext cx="658368" cy="658368"/>
          </a:xfrm>
          <a:prstGeom prst="ellipse">
            <a:avLst/>
          </a:prstGeom>
          <a:solidFill>
            <a:srgbClr val="A21D52">
              <a:alpha val="12000"/>
            </a:srgbClr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1696" y="5084064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60920" y="48006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 everything → dilution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360920" y="518464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context isn't better. Retrieve the few most relevant chunks; irrelevant context degrades the answer.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 ·  Retrieval-Augmented Generation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C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2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labs, end-to-end, in the next ~65 minutes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657600" cy="4434840"/>
          </a:xfrm>
          <a:prstGeom prst="rect">
            <a:avLst/>
          </a:prstGeom>
          <a:solidFill>
            <a:srgbClr val="6E2540"/>
          </a:solidFill>
          <a:ln w="15240">
            <a:solidFill>
              <a:srgbClr val="A21D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3657600" cy="73152"/>
          </a:xfrm>
          <a:prstGeom prst="rect">
            <a:avLst/>
          </a:prstGeom>
          <a:solidFill>
            <a:srgbClr val="A21D5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A21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246888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A21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&amp; embed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1520" y="3611880"/>
            <a:ext cx="548640" cy="0"/>
          </a:xfrm>
          <a:prstGeom prst="line">
            <a:avLst/>
          </a:prstGeom>
          <a:noFill/>
          <a:ln w="19050">
            <a:solidFill>
              <a:srgbClr val="A21D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794760"/>
            <a:ext cx="32461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F0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a telecom KB (size + overlap)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F0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deterministic TF-IDF embedder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F0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every chunk into a vector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F0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Sanity-check the vector space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783080"/>
            <a:ext cx="3657600" cy="4434840"/>
          </a:xfrm>
          <a:prstGeom prst="rect">
            <a:avLst/>
          </a:prstGeom>
          <a:solidFill>
            <a:srgbClr val="6E2540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783080"/>
            <a:ext cx="3657600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9659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630936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MIN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retrieve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4572000" y="3611880"/>
            <a:ext cx="548640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794760"/>
            <a:ext cx="32461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F0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in-memory vector store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F0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cosine similarity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F0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hit@k on a labelled set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F0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chunking: 0.62 → 0.875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1783080"/>
            <a:ext cx="3657600" cy="4434840"/>
          </a:xfrm>
          <a:prstGeom prst="rect">
            <a:avLst/>
          </a:prstGeom>
          <a:solidFill>
            <a:srgbClr val="6E2540"/>
          </a:solidFill>
          <a:ln w="15240">
            <a:solidFill>
              <a:srgbClr val="C282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783080"/>
            <a:ext cx="3657600" cy="73152"/>
          </a:xfrm>
          <a:prstGeom prst="rect">
            <a:avLst/>
          </a:prstGeom>
          <a:solidFill>
            <a:srgbClr val="C2820B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19659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282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1014984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C2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&amp; cite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8412480" y="3611880"/>
            <a:ext cx="548640" cy="0"/>
          </a:xfrm>
          <a:prstGeom prst="line">
            <a:avLst/>
          </a:prstGeom>
          <a:noFill/>
          <a:ln w="19050">
            <a:solidFill>
              <a:srgbClr val="C282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3794760"/>
            <a:ext cx="32461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F0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→ augment → generate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F0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answers with citations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F0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groundedness vs no-context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F0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hallucination disappear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F4_HandsOn_Lab_Notebook.ipynb  ·  pure NumPy, runs offline &amp; deterministically — no model downloads, no vector-DB install.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1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CHEAT SHEET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pipeline in one page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66928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A21D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21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&amp; 2 · Index + retrieve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build_chunks(size=40, overlap=10) → 16 chunks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TfidfEmbedder().fit(...).embed_many(...)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VectorStore.add(chunks) / .search(q, k=3)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hit@3 = 0.62 at 40w → compare strategies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at 80w → hit@3 = 0.875 (the winner)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54406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retrieval before you touch the generator.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4864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282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830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· Ground + cite + evaluate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92240" y="233172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→ augment prompt → grounded answer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cites its source article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= answer supported by context?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≈ 1.0 grounded · no-context ≈ 0.4 (hallucinates)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miss = lexical gap a dense model closes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54406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is the whole point — the no-context gap IS the value of RAG.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 ·  Retrieval-Augmented Generation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1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remember 6 things from F4, make it these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E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965960"/>
            <a:ext cx="640080" cy="640080"/>
          </a:xfrm>
          <a:prstGeom prst="ellipse">
            <a:avLst/>
          </a:prstGeom>
          <a:solidFill>
            <a:srgbClr val="A21D52">
              <a:alpha val="1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is five stages.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463040" y="26517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→ embed → store → retrieve → generate. Indexing is offline; retrieval + generation run per query.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E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965960"/>
            <a:ext cx="640080" cy="640080"/>
          </a:xfrm>
          <a:prstGeom prst="ellipse">
            <a:avLst/>
          </a:prstGeom>
          <a:solidFill>
            <a:srgbClr val="A21D52">
              <a:alpha val="12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1031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is a tunable knob.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303520" y="26517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trades context vs precision. Measure it on a labelled set — our demo went 0.62 → 0.875.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E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965960"/>
            <a:ext cx="640080" cy="640080"/>
          </a:xfrm>
          <a:prstGeom prst="ellipse">
            <a:avLst/>
          </a:prstGeom>
          <a:solidFill>
            <a:srgbClr val="A21D52">
              <a:alpha val="12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1031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turn meaning into geometry.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9144000" y="26517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text → nearby vectors. Dense models match meaning; lexical ones only match words.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93192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E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4206240"/>
            <a:ext cx="640080" cy="640080"/>
          </a:xfrm>
          <a:prstGeom prst="ellipse">
            <a:avLst/>
          </a:prstGeom>
          <a:solidFill>
            <a:srgbClr val="A21D52">
              <a:alpha val="12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3434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1605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caps everything.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463040" y="4892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hit@k is low, no prompt saves you. Fix retrieval before the generator.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93192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E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4206240"/>
            <a:ext cx="640080" cy="640080"/>
          </a:xfrm>
          <a:prstGeom prst="ellipse">
            <a:avLst/>
          </a:prstGeom>
          <a:solidFill>
            <a:srgbClr val="A21D52">
              <a:alpha val="12000"/>
            </a:srgbClr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34340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41605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and cite, always.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303520" y="4892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come from sources, with a citation. The gap vs a no-context baseline is the value of RAG.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931920"/>
            <a:ext cx="3657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E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206240"/>
            <a:ext cx="640080" cy="640080"/>
          </a:xfrm>
          <a:prstGeom prst="ellipse">
            <a:avLst/>
          </a:prstGeom>
          <a:solidFill>
            <a:srgbClr val="A21D52">
              <a:alpha val="12000"/>
            </a:srgbClr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34340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44000" y="41605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≠ fine-tuning.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9144000" y="4892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adds knowledge by updating documents; fine-tuning (F5) changes behaviour. Often you use both.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 ·  Retrieval-Augmented Generation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5C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2820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2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F4 closed.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models can cite their sources now.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lab notebook to your training git folder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F4 Study Library for dense-embedding &amp; RAGAS deep-dives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one retrieval-quality question to the F8 assessment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2926080"/>
            <a:ext cx="4846320" cy="29260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8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0" y="33832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· Fine-tuning &amp; model adaptation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40880" y="42062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prompting and retrieval aren't enough, you adapt the model itself: LoRA, PEFT, instruction tuning — and when each is worth it.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· Bring them now.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F4 — Retrieval-Augmented Generation</dc:title>
  <dc:subject>PptxGenJS Presentation</dc:subject>
  <dc:creator>AI Engineering Specialist Track</dc:creator>
  <cp:lastModifiedBy>AI Engineering Specialist Track</cp:lastModifiedBy>
  <cp:revision>1</cp:revision>
  <dcterms:created xsi:type="dcterms:W3CDTF">2026-06-13T09:55:44Z</dcterms:created>
  <dcterms:modified xsi:type="dcterms:W3CDTF">2026-06-13T09:55:44Z</dcterms:modified>
</cp:coreProperties>
</file>