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D9D90-D335-4A11-A2AF-B7451EC85B69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19B00-E2F6-43C6-9B53-000A75B79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937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https://nexos.ai/blog/chatgpt-version-history/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19B00-E2F6-43C6-9B53-000A75B79BA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741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6A940-AB91-C0A5-2BF3-8158ADEEC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482E9-C0B3-D3C1-9786-8B22CF697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E4E23-9F98-D743-1908-B73BD90F2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A74EB-FFF6-EDF4-8B5D-2FC6591B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B629B-4965-F9D1-A736-7834292F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097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FD7A-2715-6DAC-F50F-86F69B420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FD45-425A-4BFA-2EDE-97F07C9C6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3574C-8746-2DD5-B171-FBF5F9F2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5A712-3F2C-1BD5-3FF3-EC8176A5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C4B90-8FF3-E0EA-6830-22804BD2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29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2DB2-6D76-20DE-01D8-55516174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B28E2-5757-0328-3196-98F795757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9BE2F-5DEF-E45F-CF4E-AD417B49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FA8F1-BB7C-F978-7571-A7CFA90F0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16F6E-1139-873A-1109-B435CF403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380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86BC-8167-0C04-71D2-FDA04BF6D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5BB1D-4489-DBBA-CE6A-81294ADBF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016F6-BFB4-CDB8-A85C-96BB2B7F7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A062C-9FC8-3E9D-75BD-5702EA31C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0BA3A-2256-B1C8-5190-62FF7E3B8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328FD-B634-7A95-082B-1802E12C9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18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D5037-CE8F-28C5-BA46-B47C47D03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FDE63-EB55-4F22-B04B-B445EB80F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63AAF-D391-26DB-0F0A-B5C04F48C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BD4E0-E9E8-5293-4075-C977FA56E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02455-A79B-C85C-EEA7-5292E9A896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A3BA8-0AD2-5D91-866B-1B74D5FA6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57556-3304-81D9-7D59-49BD26B4F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F790F0-FCF3-3DD1-FB60-9CAEA66B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18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00F2-BF60-1DF9-2A4B-01E16ECB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0A795-5A4F-02F7-07BB-F4602CB7C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D3FDA-FDA0-7236-5385-559374187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3FA95-EC62-0E57-DFB7-C9092067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00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AC672-C03D-5CC6-3B5C-73FED15B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088F08-6DF1-6EBC-E959-CFE04EEE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76B5C-C55C-B46D-C3DA-BF2B13CE4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65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51F8-F9B7-9ED2-FDFA-C21B855E6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68448-C3E8-D79E-7149-177113885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1999F-7BDD-E37F-126E-6E354F6C6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FA964-D319-97E1-4E7B-1ABCA9B1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BE9B2-1876-5460-E2FF-CDD580ED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F5157-A173-B436-A1F2-3B62D8F85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38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5E82-3299-45E2-32BF-029302409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5AE12C-DD00-8562-E1F6-5E932CF8A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7C7C1-2707-5D73-B7DC-847DF3D46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504AC-1934-CEB8-3FE3-31CD5227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EBC94-977F-108F-3D5D-4D7F4D8D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395F0-B57F-4A37-1C1E-77BFB3DB1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302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0725-DFEB-80C7-999C-173A3778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1FFF1-1940-DEEE-4E28-C53B4EA4F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704A-F31D-F809-BEB8-1ED63C1D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4E60E-BAD6-5DF1-9856-73574835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1C5F7-901C-BEE1-8695-3F72C4F3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08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97E26-C0DE-58F2-0595-3094815E7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E26D1-2D70-9B77-243D-E65308280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E2C5C-1D23-62C5-7C2D-785CD6D97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12B61-A4AF-8B59-6AAE-F3802203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0140F-407F-19C0-1F4C-49C4716D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11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C1480-B667-9774-51CA-AF6DC9039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D59A5-1E28-00AB-35B9-2244C7234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A0E6E-E7E2-45F5-16ED-3DCA91719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A55DF-208B-43EA-8655-3750696BC6E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93650-CEC3-1729-C480-C27470CBB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02D2D-F7D0-4D1B-2B74-5876F13FD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DE078-CA82-42D2-8DEA-F3870E044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7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7B93B5-155F-60CC-87AC-01D411B92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38150"/>
            <a:ext cx="1143000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37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9C882F-DC4A-8275-4692-0984BC9A0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22" y="818785"/>
            <a:ext cx="5772956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5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PRAMANICK</dc:creator>
  <cp:lastModifiedBy>SAURABH PRAMANICK</cp:lastModifiedBy>
  <cp:revision>1</cp:revision>
  <dcterms:created xsi:type="dcterms:W3CDTF">2026-06-10T03:31:26Z</dcterms:created>
  <dcterms:modified xsi:type="dcterms:W3CDTF">2026-06-10T03:32:36Z</dcterms:modified>
</cp:coreProperties>
</file>